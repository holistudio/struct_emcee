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47EEE-4375-0178-9AE8-93C8229A0B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4793F4-DE5B-B724-1505-075E3D48C5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DCD450-6594-F42C-29C5-80C6532D7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38BE0-8594-49DC-8943-58E425E33D0C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60BB7-26C6-472C-B1FE-34671BCD9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632186-8384-F79B-6B85-304E32585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83E77D-C686-4547-9B34-B510A87299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100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D2C12-BB65-3C40-79DB-E680D779F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5EC642-8B24-5221-AB55-3BB76504A7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2C7EA-8005-23EA-9CF3-3F1A9A75C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38BE0-8594-49DC-8943-58E425E33D0C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767D00-D029-0FE6-5789-2615EEE39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CCCFCA-E81C-A99B-B9EF-2839D87CC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83E77D-C686-4547-9B34-B510A87299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9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912CB-F253-E804-D8DD-847F2D76D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CF9FAE-8972-6955-F513-28B5DF39B7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AB925-61F5-2612-4D7D-9453DE76A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38BE0-8594-49DC-8943-58E425E33D0C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F53F6F-09C5-ED67-70C5-C115253A3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45270-4DB4-0970-E8E3-A17422BA5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83E77D-C686-4547-9B34-B510A87299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015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E3E49-B70F-DE47-4E8F-DF4116B0F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19A9D-A604-A2A9-55A5-8504575510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1C3F6F-E4F8-80EA-98B9-DCC7E447C8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E4636F-8C43-3C78-B045-7769865A9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38BE0-8594-49DC-8943-58E425E33D0C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B15C8D-EB77-A2EE-59DE-A1617FDA77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1DA38F-125A-1CC3-3D73-3B43D644B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83E77D-C686-4547-9B34-B510A87299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4277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11B15-22A3-B595-5118-773AE729C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FBCF86-CE7A-83CE-7CAF-E11C46FBBD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9FA9E3-9885-7283-BA64-5910B2999F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D1AE42-1D52-16C6-6809-F8791F1439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0AD2C5-4CAD-5DF2-4CA1-A9416C4E7A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F03BD8-75B2-E276-7B9E-F9C8023BF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38BE0-8594-49DC-8943-58E425E33D0C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F0C76F-DEFA-2B41-D900-701B84E8E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7909DF-A15B-EB34-FA26-704762207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83E77D-C686-4547-9B34-B510A87299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438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016D3-BE44-C6D4-D5C2-D95747396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CEBE58-90CE-8B70-2B2D-9CBBE4C22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38BE0-8594-49DC-8943-58E425E33D0C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64F3F3-3BAF-46DC-7F9C-DDB442305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5CB99A-9AD4-AC94-14F9-8F742B02E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83E77D-C686-4547-9B34-B510A87299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950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4303DA-8CAF-C6D0-C964-EEF0C2A76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38BE0-8594-49DC-8943-58E425E33D0C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C1040F6-B466-8B6F-1850-00701D52B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EA8489-A57D-7AFC-9A48-48875D3AD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83E77D-C686-4547-9B34-B510A87299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4835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95172-4D64-FCA7-A444-3CFEA54EE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40BE76-EE57-AE3C-FBEA-EF7E3A6354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E33055-9D45-473B-0280-4979F951FE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CFB56D-75A7-A9A4-5586-8FD8CCC31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38BE0-8594-49DC-8943-58E425E33D0C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F5CAB3-462D-79A0-782D-3AC3FD35C4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3E4CF7-C670-2468-A5A2-2DD7F1927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83E77D-C686-4547-9B34-B510A87299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1092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C0FEC-35AF-1169-0A26-EFE00E310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5072474-F070-189A-7C2C-4585869502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FB3692-44F5-B747-847E-813C616A84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09957C-B52F-891B-A9B7-09AA73275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38BE0-8594-49DC-8943-58E425E33D0C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21AAF6-1EA4-B029-04E5-D884A1A425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2A8F15-E3A9-7F4D-6396-7ED4F360A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83E77D-C686-4547-9B34-B510A87299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7141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CFF5E-22D1-F8C0-C4C1-0FFF1DBF1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0CC80F-D96C-07D4-B1E5-FB8181563F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B274C9-8725-43BA-0756-2F035CCEB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38BE0-8594-49DC-8943-58E425E33D0C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F17A4F-516C-FEE2-647C-BFDBED856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702B2-D82B-F69C-346A-A8A3EDA84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83E77D-C686-4547-9B34-B510A87299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3342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023693-72B8-D732-949E-8507ED2973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ADE235-E56D-E899-8EB7-C2F8283EA8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E74AC-B5C9-1F3A-3BB3-69AAB2A7E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38BE0-8594-49DC-8943-58E425E33D0C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7DEE05-0D6C-E63A-DA26-AB2283874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23432E-8672-676D-3419-041B35D12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83E77D-C686-4547-9B34-B510A87299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102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2AFA1F2-E82A-60DE-D9AC-6B27C8352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BB93C5-21A3-8191-4CBD-105C1EFE32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FDC4B-3654-1324-5A19-C713BC74C7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E38BE0-8594-49DC-8943-58E425E33D0C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6AEB97-39B8-E561-340C-217A49CABA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79C4F-B023-F0BE-B138-A5F4A6EF55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83E77D-C686-4547-9B34-B510A87299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06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BE9BE03-6D1F-730A-AEAE-78E15982B0DA}"/>
              </a:ext>
            </a:extLst>
          </p:cNvPr>
          <p:cNvSpPr/>
          <p:nvPr/>
        </p:nvSpPr>
        <p:spPr>
          <a:xfrm>
            <a:off x="3563656" y="2397155"/>
            <a:ext cx="272883" cy="2063690"/>
          </a:xfrm>
          <a:prstGeom prst="rect">
            <a:avLst/>
          </a:prstGeom>
          <a:pattFill prst="wdDnDiag">
            <a:fgClr>
              <a:schemeClr val="accent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3773DA7-792D-6D52-EBA9-9721EE06DEDB}"/>
              </a:ext>
            </a:extLst>
          </p:cNvPr>
          <p:cNvCxnSpPr>
            <a:cxnSpLocks/>
          </p:cNvCxnSpPr>
          <p:nvPr/>
        </p:nvCxnSpPr>
        <p:spPr>
          <a:xfrm>
            <a:off x="3836540" y="2397155"/>
            <a:ext cx="0" cy="20636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7BCE7A8E-0073-3598-2E9B-CE1EDE635AB6}"/>
              </a:ext>
            </a:extLst>
          </p:cNvPr>
          <p:cNvSpPr/>
          <p:nvPr/>
        </p:nvSpPr>
        <p:spPr>
          <a:xfrm>
            <a:off x="3836539" y="3319097"/>
            <a:ext cx="4791806" cy="21980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D7633C0-1331-16E0-EA5E-453FC36CACB7}"/>
              </a:ext>
            </a:extLst>
          </p:cNvPr>
          <p:cNvCxnSpPr>
            <a:cxnSpLocks/>
          </p:cNvCxnSpPr>
          <p:nvPr/>
        </p:nvCxnSpPr>
        <p:spPr>
          <a:xfrm>
            <a:off x="8628345" y="2675273"/>
            <a:ext cx="0" cy="643824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41D1D7F-F683-8DBC-963A-C928A1117CDA}"/>
              </a:ext>
            </a:extLst>
          </p:cNvPr>
          <p:cNvSpPr txBox="1"/>
          <p:nvPr/>
        </p:nvSpPr>
        <p:spPr>
          <a:xfrm>
            <a:off x="8173343" y="2120023"/>
            <a:ext cx="9100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accent2"/>
                </a:solidFill>
              </a:rPr>
              <a:t>F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C6B23C2-31AF-7612-F77F-B24A729A76D5}"/>
              </a:ext>
            </a:extLst>
          </p:cNvPr>
          <p:cNvSpPr/>
          <p:nvPr/>
        </p:nvSpPr>
        <p:spPr>
          <a:xfrm>
            <a:off x="10079301" y="3037114"/>
            <a:ext cx="334406" cy="7837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1EFB51B-F713-CF1B-F01B-41551F1E9CCC}"/>
              </a:ext>
            </a:extLst>
          </p:cNvPr>
          <p:cNvCxnSpPr/>
          <p:nvPr/>
        </p:nvCxnSpPr>
        <p:spPr>
          <a:xfrm>
            <a:off x="10079301" y="3820885"/>
            <a:ext cx="0" cy="354013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BD4BD54-972A-E37C-44B9-783E57C2F1C5}"/>
              </a:ext>
            </a:extLst>
          </p:cNvPr>
          <p:cNvCxnSpPr/>
          <p:nvPr/>
        </p:nvCxnSpPr>
        <p:spPr>
          <a:xfrm>
            <a:off x="10410795" y="3820885"/>
            <a:ext cx="0" cy="354013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4A4D4F-D10E-4107-F538-F1CFE1426D06}"/>
              </a:ext>
            </a:extLst>
          </p:cNvPr>
          <p:cNvCxnSpPr>
            <a:cxnSpLocks/>
          </p:cNvCxnSpPr>
          <p:nvPr/>
        </p:nvCxnSpPr>
        <p:spPr>
          <a:xfrm>
            <a:off x="10079301" y="3999478"/>
            <a:ext cx="331494" cy="0"/>
          </a:xfrm>
          <a:prstGeom prst="straightConnector1">
            <a:avLst/>
          </a:prstGeom>
          <a:ln w="127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A271A05-EAD3-021F-8CE7-613853739243}"/>
              </a:ext>
            </a:extLst>
          </p:cNvPr>
          <p:cNvSpPr txBox="1"/>
          <p:nvPr/>
        </p:nvSpPr>
        <p:spPr>
          <a:xfrm>
            <a:off x="9971204" y="4168825"/>
            <a:ext cx="547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34AB66-CB7B-6996-8C9C-F45F7FB1A405}"/>
              </a:ext>
            </a:extLst>
          </p:cNvPr>
          <p:cNvSpPr txBox="1"/>
          <p:nvPr/>
        </p:nvSpPr>
        <p:spPr>
          <a:xfrm>
            <a:off x="9507654" y="3244333"/>
            <a:ext cx="547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682A1F2-0E8B-B378-B4E8-2764A8EF93E0}"/>
              </a:ext>
            </a:extLst>
          </p:cNvPr>
          <p:cNvGrpSpPr/>
          <p:nvPr/>
        </p:nvGrpSpPr>
        <p:grpSpPr>
          <a:xfrm rot="16200000">
            <a:off x="9507058" y="3251992"/>
            <a:ext cx="783772" cy="354013"/>
            <a:chOff x="10231701" y="3973285"/>
            <a:chExt cx="331494" cy="354013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8F0581D-0C7B-6932-7B93-EEF9CE5590EB}"/>
                </a:ext>
              </a:extLst>
            </p:cNvPr>
            <p:cNvCxnSpPr/>
            <p:nvPr/>
          </p:nvCxnSpPr>
          <p:spPr>
            <a:xfrm>
              <a:off x="10231701" y="3973285"/>
              <a:ext cx="0" cy="354013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C410F83-BBF5-E5C0-2CAD-B1D5A9C7B136}"/>
                </a:ext>
              </a:extLst>
            </p:cNvPr>
            <p:cNvCxnSpPr/>
            <p:nvPr/>
          </p:nvCxnSpPr>
          <p:spPr>
            <a:xfrm>
              <a:off x="10563195" y="3973285"/>
              <a:ext cx="0" cy="354013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C309171-9F2D-0F19-60A6-6AF111C0720C}"/>
                </a:ext>
              </a:extLst>
            </p:cNvPr>
            <p:cNvCxnSpPr>
              <a:cxnSpLocks/>
            </p:cNvCxnSpPr>
            <p:nvPr/>
          </p:nvCxnSpPr>
          <p:spPr>
            <a:xfrm>
              <a:off x="10231701" y="4151878"/>
              <a:ext cx="331494" cy="0"/>
            </a:xfrm>
            <a:prstGeom prst="straightConnector1">
              <a:avLst/>
            </a:prstGeom>
            <a:ln w="127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8515B27-B97D-C34E-C196-27A50CE2F21C}"/>
              </a:ext>
            </a:extLst>
          </p:cNvPr>
          <p:cNvGrpSpPr/>
          <p:nvPr/>
        </p:nvGrpSpPr>
        <p:grpSpPr>
          <a:xfrm>
            <a:off x="3836538" y="3679559"/>
            <a:ext cx="4791803" cy="354013"/>
            <a:chOff x="10231701" y="3973285"/>
            <a:chExt cx="331494" cy="354013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80A91ADA-E08A-BCC5-A46A-09B970633F9F}"/>
                </a:ext>
              </a:extLst>
            </p:cNvPr>
            <p:cNvCxnSpPr/>
            <p:nvPr/>
          </p:nvCxnSpPr>
          <p:spPr>
            <a:xfrm>
              <a:off x="10231701" y="3973285"/>
              <a:ext cx="0" cy="354013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00DBBF6-D75D-0940-A7FD-7D398BA89F35}"/>
                </a:ext>
              </a:extLst>
            </p:cNvPr>
            <p:cNvCxnSpPr/>
            <p:nvPr/>
          </p:nvCxnSpPr>
          <p:spPr>
            <a:xfrm>
              <a:off x="10563195" y="3973285"/>
              <a:ext cx="0" cy="354013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6A711602-A993-BB5A-8BD3-D50BB9E3C8B0}"/>
                </a:ext>
              </a:extLst>
            </p:cNvPr>
            <p:cNvCxnSpPr>
              <a:cxnSpLocks/>
            </p:cNvCxnSpPr>
            <p:nvPr/>
          </p:nvCxnSpPr>
          <p:spPr>
            <a:xfrm>
              <a:off x="10231701" y="4151878"/>
              <a:ext cx="331494" cy="0"/>
            </a:xfrm>
            <a:prstGeom prst="straightConnector1">
              <a:avLst/>
            </a:prstGeom>
            <a:ln w="127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9766E79C-2A20-4C4D-F50A-D3A9FE8680C9}"/>
              </a:ext>
            </a:extLst>
          </p:cNvPr>
          <p:cNvSpPr txBox="1"/>
          <p:nvPr/>
        </p:nvSpPr>
        <p:spPr>
          <a:xfrm>
            <a:off x="5957621" y="3820884"/>
            <a:ext cx="5476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Brush Script MT" panose="03060802040406070304" pitchFamily="66" charset="0"/>
              </a:rPr>
              <a:t>l</a:t>
            </a:r>
          </a:p>
        </p:txBody>
      </p:sp>
    </p:spTree>
    <p:extLst>
      <p:ext uri="{BB962C8B-B14F-4D97-AF65-F5344CB8AC3E}">
        <p14:creationId xmlns:p14="http://schemas.microsoft.com/office/powerpoint/2010/main" val="23113321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26F4F6-B673-7A56-1D2D-DC1DD3575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0D9D7C1-9E93-C78C-172E-02265BC3402B}"/>
              </a:ext>
            </a:extLst>
          </p:cNvPr>
          <p:cNvSpPr/>
          <p:nvPr/>
        </p:nvSpPr>
        <p:spPr>
          <a:xfrm>
            <a:off x="3563656" y="2397155"/>
            <a:ext cx="272883" cy="2063690"/>
          </a:xfrm>
          <a:prstGeom prst="rect">
            <a:avLst/>
          </a:prstGeom>
          <a:pattFill prst="wdDnDiag">
            <a:fgClr>
              <a:schemeClr val="accent1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E06DE44-2F28-ACBC-37BE-4458369EFE9A}"/>
              </a:ext>
            </a:extLst>
          </p:cNvPr>
          <p:cNvCxnSpPr>
            <a:cxnSpLocks/>
          </p:cNvCxnSpPr>
          <p:nvPr/>
        </p:nvCxnSpPr>
        <p:spPr>
          <a:xfrm>
            <a:off x="3836540" y="2397155"/>
            <a:ext cx="0" cy="20636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1FEDB22E-9AF1-AA91-DFF5-18D261F55AEE}"/>
              </a:ext>
            </a:extLst>
          </p:cNvPr>
          <p:cNvSpPr/>
          <p:nvPr/>
        </p:nvSpPr>
        <p:spPr>
          <a:xfrm>
            <a:off x="3836539" y="3319097"/>
            <a:ext cx="4791806" cy="21980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103E43F-307A-3EA1-8D87-66B040CB0051}"/>
              </a:ext>
            </a:extLst>
          </p:cNvPr>
          <p:cNvCxnSpPr>
            <a:cxnSpLocks/>
          </p:cNvCxnSpPr>
          <p:nvPr/>
        </p:nvCxnSpPr>
        <p:spPr>
          <a:xfrm>
            <a:off x="8628345" y="2675273"/>
            <a:ext cx="0" cy="643824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281A007-6703-529A-8DAD-C4E56CE4D740}"/>
              </a:ext>
            </a:extLst>
          </p:cNvPr>
          <p:cNvSpPr txBox="1"/>
          <p:nvPr/>
        </p:nvSpPr>
        <p:spPr>
          <a:xfrm>
            <a:off x="8173343" y="2120023"/>
            <a:ext cx="9100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accent2"/>
                </a:solidFill>
              </a:rPr>
              <a:t>F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42068AA-7F46-F989-592D-C532AC7B203C}"/>
              </a:ext>
            </a:extLst>
          </p:cNvPr>
          <p:cNvSpPr/>
          <p:nvPr/>
        </p:nvSpPr>
        <p:spPr>
          <a:xfrm>
            <a:off x="10143934" y="3321194"/>
            <a:ext cx="939638" cy="2198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C6E1DC7-3A5B-0310-AC98-5423E0E294AE}"/>
              </a:ext>
            </a:extLst>
          </p:cNvPr>
          <p:cNvGrpSpPr/>
          <p:nvPr/>
        </p:nvGrpSpPr>
        <p:grpSpPr>
          <a:xfrm>
            <a:off x="10164543" y="3538904"/>
            <a:ext cx="919025" cy="354013"/>
            <a:chOff x="10079301" y="3820885"/>
            <a:chExt cx="331494" cy="354013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E3DF720-7A5E-0E17-B57A-DE8D61C2A054}"/>
                </a:ext>
              </a:extLst>
            </p:cNvPr>
            <p:cNvCxnSpPr/>
            <p:nvPr/>
          </p:nvCxnSpPr>
          <p:spPr>
            <a:xfrm>
              <a:off x="10079301" y="3820885"/>
              <a:ext cx="0" cy="354013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C090660-B459-E15B-C359-4D1B045D7DAC}"/>
                </a:ext>
              </a:extLst>
            </p:cNvPr>
            <p:cNvCxnSpPr/>
            <p:nvPr/>
          </p:nvCxnSpPr>
          <p:spPr>
            <a:xfrm>
              <a:off x="10410795" y="3820885"/>
              <a:ext cx="0" cy="354013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265CD1F-3660-F851-CE3C-27A6EB1D5121}"/>
                </a:ext>
              </a:extLst>
            </p:cNvPr>
            <p:cNvCxnSpPr>
              <a:cxnSpLocks/>
            </p:cNvCxnSpPr>
            <p:nvPr/>
          </p:nvCxnSpPr>
          <p:spPr>
            <a:xfrm>
              <a:off x="10079301" y="3999478"/>
              <a:ext cx="331494" cy="0"/>
            </a:xfrm>
            <a:prstGeom prst="straightConnector1">
              <a:avLst/>
            </a:prstGeom>
            <a:ln w="127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4124AFD-DD0E-53E5-51AE-B3921991069F}"/>
              </a:ext>
            </a:extLst>
          </p:cNvPr>
          <p:cNvSpPr txBox="1"/>
          <p:nvPr/>
        </p:nvSpPr>
        <p:spPr>
          <a:xfrm>
            <a:off x="10339909" y="3820884"/>
            <a:ext cx="547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AD9480B-637E-C3AA-A48B-AD05FCE7B4A9}"/>
              </a:ext>
            </a:extLst>
          </p:cNvPr>
          <p:cNvSpPr txBox="1"/>
          <p:nvPr/>
        </p:nvSpPr>
        <p:spPr>
          <a:xfrm>
            <a:off x="9507654" y="3244333"/>
            <a:ext cx="547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9AC4A5B-51A4-E5D0-4D9B-432FDFE3CF7C}"/>
              </a:ext>
            </a:extLst>
          </p:cNvPr>
          <p:cNvGrpSpPr/>
          <p:nvPr/>
        </p:nvGrpSpPr>
        <p:grpSpPr>
          <a:xfrm rot="16200000">
            <a:off x="9877634" y="3251993"/>
            <a:ext cx="219807" cy="354013"/>
            <a:chOff x="10231701" y="3973285"/>
            <a:chExt cx="331494" cy="354013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4E087FD-5044-4B2B-918B-A301D00F5EF4}"/>
                </a:ext>
              </a:extLst>
            </p:cNvPr>
            <p:cNvCxnSpPr/>
            <p:nvPr/>
          </p:nvCxnSpPr>
          <p:spPr>
            <a:xfrm>
              <a:off x="10231701" y="3973285"/>
              <a:ext cx="0" cy="354013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742F54A-1EF7-0A82-FA74-B103A146C70E}"/>
                </a:ext>
              </a:extLst>
            </p:cNvPr>
            <p:cNvCxnSpPr/>
            <p:nvPr/>
          </p:nvCxnSpPr>
          <p:spPr>
            <a:xfrm>
              <a:off x="10563195" y="3973285"/>
              <a:ext cx="0" cy="354013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3A76583F-5A89-9F8B-2B3A-CB7CA7B2E066}"/>
                </a:ext>
              </a:extLst>
            </p:cNvPr>
            <p:cNvCxnSpPr>
              <a:cxnSpLocks/>
            </p:cNvCxnSpPr>
            <p:nvPr/>
          </p:nvCxnSpPr>
          <p:spPr>
            <a:xfrm>
              <a:off x="10231701" y="4151878"/>
              <a:ext cx="331494" cy="0"/>
            </a:xfrm>
            <a:prstGeom prst="straightConnector1">
              <a:avLst/>
            </a:prstGeom>
            <a:ln w="127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657D505-5E1F-9931-A4F8-329AF940A138}"/>
              </a:ext>
            </a:extLst>
          </p:cNvPr>
          <p:cNvGrpSpPr/>
          <p:nvPr/>
        </p:nvGrpSpPr>
        <p:grpSpPr>
          <a:xfrm>
            <a:off x="3836538" y="3679559"/>
            <a:ext cx="4791803" cy="354013"/>
            <a:chOff x="10231701" y="3973285"/>
            <a:chExt cx="331494" cy="354013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63C18BB-8A03-8B3A-4E4B-5021479A0452}"/>
                </a:ext>
              </a:extLst>
            </p:cNvPr>
            <p:cNvCxnSpPr/>
            <p:nvPr/>
          </p:nvCxnSpPr>
          <p:spPr>
            <a:xfrm>
              <a:off x="10231701" y="3973285"/>
              <a:ext cx="0" cy="354013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A5166D9-6A66-6FBE-CC70-03567A4A23B2}"/>
                </a:ext>
              </a:extLst>
            </p:cNvPr>
            <p:cNvCxnSpPr/>
            <p:nvPr/>
          </p:nvCxnSpPr>
          <p:spPr>
            <a:xfrm>
              <a:off x="10563195" y="3973285"/>
              <a:ext cx="0" cy="354013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EB5F9C4-52EA-DA4E-F9B2-40464D9FD2E0}"/>
                </a:ext>
              </a:extLst>
            </p:cNvPr>
            <p:cNvCxnSpPr>
              <a:cxnSpLocks/>
            </p:cNvCxnSpPr>
            <p:nvPr/>
          </p:nvCxnSpPr>
          <p:spPr>
            <a:xfrm>
              <a:off x="10231701" y="4151878"/>
              <a:ext cx="331494" cy="0"/>
            </a:xfrm>
            <a:prstGeom prst="straightConnector1">
              <a:avLst/>
            </a:prstGeom>
            <a:ln w="127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141F9A39-76FC-84B0-89F7-B4E40BCB1DFA}"/>
              </a:ext>
            </a:extLst>
          </p:cNvPr>
          <p:cNvSpPr txBox="1"/>
          <p:nvPr/>
        </p:nvSpPr>
        <p:spPr>
          <a:xfrm>
            <a:off x="5957621" y="3820884"/>
            <a:ext cx="5476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Brush Script MT" panose="03060802040406070304" pitchFamily="66" charset="0"/>
              </a:rPr>
              <a:t>l</a:t>
            </a:r>
          </a:p>
        </p:txBody>
      </p:sp>
    </p:spTree>
    <p:extLst>
      <p:ext uri="{BB962C8B-B14F-4D97-AF65-F5344CB8AC3E}">
        <p14:creationId xmlns:p14="http://schemas.microsoft.com/office/powerpoint/2010/main" val="38367323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D08CB-EA19-F0C5-C223-DC131CD26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3655D7C-FBC9-EE8A-B050-9FB6848B0538}"/>
              </a:ext>
            </a:extLst>
          </p:cNvPr>
          <p:cNvCxnSpPr>
            <a:cxnSpLocks/>
          </p:cNvCxnSpPr>
          <p:nvPr/>
        </p:nvCxnSpPr>
        <p:spPr>
          <a:xfrm rot="16200000">
            <a:off x="6096000" y="4762825"/>
            <a:ext cx="0" cy="20636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7ADD50DF-17A1-998E-BBC5-20E19730A6DC}"/>
              </a:ext>
            </a:extLst>
          </p:cNvPr>
          <p:cNvSpPr/>
          <p:nvPr/>
        </p:nvSpPr>
        <p:spPr>
          <a:xfrm rot="16200000">
            <a:off x="4434459" y="3833729"/>
            <a:ext cx="3323085" cy="21980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F0D2E50D-2822-BBEB-B09E-6456AA48F6C5}"/>
              </a:ext>
            </a:extLst>
          </p:cNvPr>
          <p:cNvSpPr/>
          <p:nvPr/>
        </p:nvSpPr>
        <p:spPr>
          <a:xfrm>
            <a:off x="5986096" y="5605180"/>
            <a:ext cx="219808" cy="189490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F8E9730-5D56-472E-E660-E01C1E51F3E1}"/>
              </a:ext>
            </a:extLst>
          </p:cNvPr>
          <p:cNvCxnSpPr>
            <a:cxnSpLocks/>
          </p:cNvCxnSpPr>
          <p:nvPr/>
        </p:nvCxnSpPr>
        <p:spPr>
          <a:xfrm>
            <a:off x="6096000" y="1618578"/>
            <a:ext cx="0" cy="643824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8330A39-E527-8C91-206A-A7979CD0335F}"/>
              </a:ext>
            </a:extLst>
          </p:cNvPr>
          <p:cNvSpPr txBox="1"/>
          <p:nvPr/>
        </p:nvSpPr>
        <p:spPr>
          <a:xfrm>
            <a:off x="5640998" y="1063328"/>
            <a:ext cx="9100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accent2"/>
                </a:solidFill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30582597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858</TotalTime>
  <Words>9</Words>
  <Application>Microsoft Office PowerPoint</Application>
  <PresentationFormat>Widescreen</PresentationFormat>
  <Paragraphs>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Brush Script MT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 Lu</dc:creator>
  <cp:lastModifiedBy>Dan Lu</cp:lastModifiedBy>
  <cp:revision>6</cp:revision>
  <dcterms:created xsi:type="dcterms:W3CDTF">2026-04-19T13:02:13Z</dcterms:created>
  <dcterms:modified xsi:type="dcterms:W3CDTF">2026-04-20T20:38:56Z</dcterms:modified>
</cp:coreProperties>
</file>