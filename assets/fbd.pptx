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50" d="100"/>
          <a:sy n="150" d="100"/>
        </p:scale>
        <p:origin x="-10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7EEE-4375-0178-9AE8-93C8229A0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793F4-DE5B-B724-1505-075E3D48C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D450-6594-F42C-29C5-80C6532D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BB7-26C6-472C-B1FE-34671BCD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32186-8384-F79B-6B85-304E3258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0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2C12-BB65-3C40-79DB-E680D779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EC642-8B24-5221-AB55-3BB76504A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2C7EA-8005-23EA-9CF3-3F1A9A75C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7D00-D029-0FE6-5789-2615EEE39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CCFCA-E81C-A99B-B9EF-2839D87C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9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12CB-F253-E804-D8DD-847F2D76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F9FAE-8972-6955-F513-28B5DF39B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AB925-61F5-2612-4D7D-9453DE76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53F6F-09C5-ED67-70C5-C115253A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45270-4DB4-0970-E8E3-A17422BA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1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3E49-B70F-DE47-4E8F-DF4116B0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19A9D-A604-A2A9-55A5-850457551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C3F6F-E4F8-80EA-98B9-DCC7E447C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4636F-8C43-3C78-B045-7769865A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5C8D-EB77-A2EE-59DE-A1617FDA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DA38F-125A-1CC3-3D73-3B43D644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27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1B15-22A3-B595-5118-773AE729C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BCF86-CE7A-83CE-7CAF-E11C46FBB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FA9E3-9885-7283-BA64-5910B2999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1AE42-1D52-16C6-6809-F8791F143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AD2C5-4CAD-5DF2-4CA1-A9416C4E7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F03BD8-75B2-E276-7B9E-F9C8023B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0C76F-DEFA-2B41-D900-701B84E8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909DF-A15B-EB34-FA26-70476220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3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16D3-BE44-C6D4-D5C2-D9574739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EBE58-90CE-8B70-2B2D-9CBBE4C2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4F3F3-3BAF-46DC-7F9C-DDB44230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CB99A-9AD4-AC94-14F9-8F742B02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5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303DA-8CAF-C6D0-C964-EEF0C2A7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040F6-B466-8B6F-1850-00701D52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A8489-A57D-7AFC-9A48-48875D3A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8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5172-4D64-FCA7-A444-3CFEA54EE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0BE76-EE57-AE3C-FBEA-EF7E3A635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33055-9D45-473B-0280-4979F951F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FB56D-75A7-A9A4-5586-8FD8CCC3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5CAB3-462D-79A0-782D-3AC3FD35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E4CF7-C670-2468-A5A2-2DD7F192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0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0FEC-35AF-1169-0A26-EFE00E3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72474-F070-189A-7C2C-458586950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B3692-44F5-B747-847E-813C616A8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9957C-B52F-891B-A9B7-09AA7327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1AAF6-1EA4-B029-04E5-D884A1A42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A8F15-E3A9-7F4D-6396-7ED4F360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14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FF5E-22D1-F8C0-C4C1-0FFF1DBF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CC80F-D96C-07D4-B1E5-FB8181563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274C9-8725-43BA-0756-2F035CCE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17A4F-516C-FEE2-647C-BFDBED85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702B2-D82B-F69C-346A-A8A3EDA8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3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23693-72B8-D732-949E-8507ED297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DE235-E56D-E899-8EB7-C2F8283EA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E74AC-B5C9-1F3A-3BB3-69AAB2A7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DEE05-0D6C-E63A-DA26-AB228387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3432E-8672-676D-3419-041B35D1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0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FA1F2-E82A-60DE-D9AC-6B27C8352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B93C5-21A3-8191-4CBD-105C1EFE3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FDC4B-3654-1324-5A19-C713BC74C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38BE0-8594-49DC-8943-58E425E33D0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AEB97-39B8-E561-340C-217A49CAB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79C4F-B023-F0BE-B138-A5F4A6EF5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3E77D-C686-4547-9B34-B510A8729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E9BE03-6D1F-730A-AEAE-78E15982B0DA}"/>
              </a:ext>
            </a:extLst>
          </p:cNvPr>
          <p:cNvSpPr/>
          <p:nvPr/>
        </p:nvSpPr>
        <p:spPr>
          <a:xfrm>
            <a:off x="3563656" y="2397155"/>
            <a:ext cx="272883" cy="206369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773DA7-792D-6D52-EBA9-9721EE06DEDB}"/>
              </a:ext>
            </a:extLst>
          </p:cNvPr>
          <p:cNvCxnSpPr>
            <a:cxnSpLocks/>
          </p:cNvCxnSpPr>
          <p:nvPr/>
        </p:nvCxnSpPr>
        <p:spPr>
          <a:xfrm>
            <a:off x="3836540" y="2397155"/>
            <a:ext cx="0" cy="20636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BCE7A8E-0073-3598-2E9B-CE1EDE635AB6}"/>
              </a:ext>
            </a:extLst>
          </p:cNvPr>
          <p:cNvSpPr/>
          <p:nvPr/>
        </p:nvSpPr>
        <p:spPr>
          <a:xfrm>
            <a:off x="3836539" y="3319097"/>
            <a:ext cx="4791806" cy="2198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7633C0-1331-16E0-EA5E-453FC36CACB7}"/>
              </a:ext>
            </a:extLst>
          </p:cNvPr>
          <p:cNvCxnSpPr>
            <a:cxnSpLocks/>
          </p:cNvCxnSpPr>
          <p:nvPr/>
        </p:nvCxnSpPr>
        <p:spPr>
          <a:xfrm>
            <a:off x="8628345" y="2675273"/>
            <a:ext cx="0" cy="64382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1D1D7F-F683-8DBC-963A-C928A1117CDA}"/>
              </a:ext>
            </a:extLst>
          </p:cNvPr>
          <p:cNvSpPr txBox="1"/>
          <p:nvPr/>
        </p:nvSpPr>
        <p:spPr>
          <a:xfrm>
            <a:off x="8173343" y="2120023"/>
            <a:ext cx="910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6B23C2-31AF-7612-F77F-B24A729A76D5}"/>
              </a:ext>
            </a:extLst>
          </p:cNvPr>
          <p:cNvSpPr/>
          <p:nvPr/>
        </p:nvSpPr>
        <p:spPr>
          <a:xfrm>
            <a:off x="10079301" y="3037114"/>
            <a:ext cx="334406" cy="783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EFB51B-F713-CF1B-F01B-41551F1E9CCC}"/>
              </a:ext>
            </a:extLst>
          </p:cNvPr>
          <p:cNvCxnSpPr/>
          <p:nvPr/>
        </p:nvCxnSpPr>
        <p:spPr>
          <a:xfrm>
            <a:off x="10079301" y="3820885"/>
            <a:ext cx="0" cy="3540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D4BD54-972A-E37C-44B9-783E57C2F1C5}"/>
              </a:ext>
            </a:extLst>
          </p:cNvPr>
          <p:cNvCxnSpPr/>
          <p:nvPr/>
        </p:nvCxnSpPr>
        <p:spPr>
          <a:xfrm>
            <a:off x="10410795" y="3820885"/>
            <a:ext cx="0" cy="3540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4A4D4F-D10E-4107-F538-F1CFE1426D06}"/>
              </a:ext>
            </a:extLst>
          </p:cNvPr>
          <p:cNvCxnSpPr>
            <a:cxnSpLocks/>
          </p:cNvCxnSpPr>
          <p:nvPr/>
        </p:nvCxnSpPr>
        <p:spPr>
          <a:xfrm>
            <a:off x="10079301" y="3999478"/>
            <a:ext cx="331494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A271A05-EAD3-021F-8CE7-613853739243}"/>
              </a:ext>
            </a:extLst>
          </p:cNvPr>
          <p:cNvSpPr txBox="1"/>
          <p:nvPr/>
        </p:nvSpPr>
        <p:spPr>
          <a:xfrm>
            <a:off x="9971204" y="4168825"/>
            <a:ext cx="54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34AB66-CB7B-6996-8C9C-F45F7FB1A405}"/>
              </a:ext>
            </a:extLst>
          </p:cNvPr>
          <p:cNvSpPr txBox="1"/>
          <p:nvPr/>
        </p:nvSpPr>
        <p:spPr>
          <a:xfrm>
            <a:off x="9507654" y="3244333"/>
            <a:ext cx="54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682A1F2-0E8B-B378-B4E8-2764A8EF93E0}"/>
              </a:ext>
            </a:extLst>
          </p:cNvPr>
          <p:cNvGrpSpPr/>
          <p:nvPr/>
        </p:nvGrpSpPr>
        <p:grpSpPr>
          <a:xfrm rot="16200000">
            <a:off x="9507058" y="3251992"/>
            <a:ext cx="783772" cy="354013"/>
            <a:chOff x="10231701" y="3973285"/>
            <a:chExt cx="331494" cy="354013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F0581D-0C7B-6932-7B93-EEF9CE5590EB}"/>
                </a:ext>
              </a:extLst>
            </p:cNvPr>
            <p:cNvCxnSpPr/>
            <p:nvPr/>
          </p:nvCxnSpPr>
          <p:spPr>
            <a:xfrm>
              <a:off x="10231701" y="3973285"/>
              <a:ext cx="0" cy="3540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410F83-BBF5-E5C0-2CAD-B1D5A9C7B136}"/>
                </a:ext>
              </a:extLst>
            </p:cNvPr>
            <p:cNvCxnSpPr/>
            <p:nvPr/>
          </p:nvCxnSpPr>
          <p:spPr>
            <a:xfrm>
              <a:off x="10563195" y="3973285"/>
              <a:ext cx="0" cy="3540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C309171-9F2D-0F19-60A6-6AF111C0720C}"/>
                </a:ext>
              </a:extLst>
            </p:cNvPr>
            <p:cNvCxnSpPr>
              <a:cxnSpLocks/>
            </p:cNvCxnSpPr>
            <p:nvPr/>
          </p:nvCxnSpPr>
          <p:spPr>
            <a:xfrm>
              <a:off x="10231701" y="4151878"/>
              <a:ext cx="331494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8515B27-B97D-C34E-C196-27A50CE2F21C}"/>
              </a:ext>
            </a:extLst>
          </p:cNvPr>
          <p:cNvGrpSpPr/>
          <p:nvPr/>
        </p:nvGrpSpPr>
        <p:grpSpPr>
          <a:xfrm>
            <a:off x="3836538" y="3679559"/>
            <a:ext cx="4791803" cy="354013"/>
            <a:chOff x="10231701" y="3973285"/>
            <a:chExt cx="331494" cy="35401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A91ADA-E08A-BCC5-A46A-09B970633F9F}"/>
                </a:ext>
              </a:extLst>
            </p:cNvPr>
            <p:cNvCxnSpPr/>
            <p:nvPr/>
          </p:nvCxnSpPr>
          <p:spPr>
            <a:xfrm>
              <a:off x="10231701" y="3973285"/>
              <a:ext cx="0" cy="3540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0DBBF6-D75D-0940-A7FD-7D398BA89F35}"/>
                </a:ext>
              </a:extLst>
            </p:cNvPr>
            <p:cNvCxnSpPr/>
            <p:nvPr/>
          </p:nvCxnSpPr>
          <p:spPr>
            <a:xfrm>
              <a:off x="10563195" y="3973285"/>
              <a:ext cx="0" cy="3540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A711602-A993-BB5A-8BD3-D50BB9E3C8B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1701" y="4151878"/>
              <a:ext cx="331494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766E79C-2A20-4C4D-F50A-D3A9FE8680C9}"/>
              </a:ext>
            </a:extLst>
          </p:cNvPr>
          <p:cNvSpPr txBox="1"/>
          <p:nvPr/>
        </p:nvSpPr>
        <p:spPr>
          <a:xfrm>
            <a:off x="5957621" y="3820884"/>
            <a:ext cx="54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Brush Script MT" panose="03060802040406070304" pitchFamily="66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31133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D08CB-EA19-F0C5-C223-DC131CD2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655D7C-FBC9-EE8A-B050-9FB6848B0538}"/>
              </a:ext>
            </a:extLst>
          </p:cNvPr>
          <p:cNvCxnSpPr>
            <a:cxnSpLocks/>
          </p:cNvCxnSpPr>
          <p:nvPr/>
        </p:nvCxnSpPr>
        <p:spPr>
          <a:xfrm rot="16200000">
            <a:off x="6096000" y="4762825"/>
            <a:ext cx="0" cy="20636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DD50DF-17A1-998E-BBC5-20E19730A6DC}"/>
              </a:ext>
            </a:extLst>
          </p:cNvPr>
          <p:cNvSpPr/>
          <p:nvPr/>
        </p:nvSpPr>
        <p:spPr>
          <a:xfrm rot="16200000">
            <a:off x="4434459" y="3833729"/>
            <a:ext cx="3323085" cy="2198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0D2E50D-2822-BBEB-B09E-6456AA48F6C5}"/>
              </a:ext>
            </a:extLst>
          </p:cNvPr>
          <p:cNvSpPr/>
          <p:nvPr/>
        </p:nvSpPr>
        <p:spPr>
          <a:xfrm>
            <a:off x="5986096" y="5605180"/>
            <a:ext cx="219808" cy="18949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8E9730-5D56-472E-E660-E01C1E51F3E1}"/>
              </a:ext>
            </a:extLst>
          </p:cNvPr>
          <p:cNvCxnSpPr>
            <a:cxnSpLocks/>
          </p:cNvCxnSpPr>
          <p:nvPr/>
        </p:nvCxnSpPr>
        <p:spPr>
          <a:xfrm>
            <a:off x="6096000" y="1618578"/>
            <a:ext cx="0" cy="64382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330A39-E527-8C91-206A-A7979CD0335F}"/>
              </a:ext>
            </a:extLst>
          </p:cNvPr>
          <p:cNvSpPr txBox="1"/>
          <p:nvPr/>
        </p:nvSpPr>
        <p:spPr>
          <a:xfrm>
            <a:off x="5640998" y="1063328"/>
            <a:ext cx="910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05825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Brush Script MT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Lu</dc:creator>
  <cp:lastModifiedBy>Dan Lu</cp:lastModifiedBy>
  <cp:revision>5</cp:revision>
  <dcterms:created xsi:type="dcterms:W3CDTF">2026-04-19T13:02:13Z</dcterms:created>
  <dcterms:modified xsi:type="dcterms:W3CDTF">2026-04-20T03:19:20Z</dcterms:modified>
</cp:coreProperties>
</file>